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828800"/>
            <a:ext cx="5486400" cy="548640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8B5CF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5720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91440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288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137160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182880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6576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228600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274320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0" y="320040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365760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4114800"/>
            <a:ext cx="9144000" cy="9144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0" y="0"/>
            <a:ext cx="9144" cy="514350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164592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SnapPay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0A5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Edge-AI Powered UPI Verification &amp; Cryptographic Ledger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731520" y="3474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2343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Nuxt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3474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2343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WASM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0" y="3474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2343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Transformers.js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474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2343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Tesseract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3474720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122343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34747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PWA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0A5FA"/>
                </a:solidFill>
              </a:rPr>
              <a:t>CONCEPTUAL FRAMEWORK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Merchant Verification Trilemma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25603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45920"/>
            <a:ext cx="256032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Fake Receipt Fraud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Spoofed transaction screenshots bypass visual inspection. Requires deep heuristic validation of layout, fonts, and metadata.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645920"/>
            <a:ext cx="25603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645920"/>
            <a:ext cx="2560320" cy="91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Hardware Dependency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IoT Soundboxes cost ₹2,000+ per unit and rely on cellular network availability, failing in remote rural connectivity zones.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645920"/>
            <a:ext cx="2560320" cy="2286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645920"/>
            <a:ext cx="2560320" cy="91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920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Data Privacy Risks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37744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</a:rPr>
              <a:t>Sending receipt images to cloud servers exposes PII. Processing must be decentralized to the edge (device).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Solution: A localized, WebAssembly-accelerated PWA that eliminates cloud dependency.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</a:rPr>
              <a:t>SYSTEM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Decentralized Edge AI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200400" cy="640080"/>
          </a:xfrm>
          <a:prstGeom prst="roundRect">
            <a:avLst/>
          </a:prstGeom>
          <a:solidFill>
            <a:srgbClr val="12234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4630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Presentation (PWA)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Nuxt 4 + Vue 3 + Tailwind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40480" y="16002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➔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80560" y="1463040"/>
            <a:ext cx="4114800" cy="6400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46304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Service workers for offline caching, Web App Manifest for native-like install.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3200400" cy="640080"/>
          </a:xfrm>
          <a:prstGeom prst="roundRect">
            <a:avLst/>
          </a:prstGeom>
          <a:solidFill>
            <a:srgbClr val="12234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2860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Optical Engine (WASM)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60604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Tesseract.js (Worker Threads)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0" y="24231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➔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4480560" y="2286000"/>
            <a:ext cx="4114800" cy="6400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4663440" y="22860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Multi-PSM image segmentation. Dynamic contrast adjustments via Canvas API.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3200400" cy="640080"/>
          </a:xfrm>
          <a:prstGeom prst="roundRect">
            <a:avLst/>
          </a:prstGeom>
          <a:solidFill>
            <a:srgbClr val="12234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1089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Semantic NLP (ONNX)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42900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Transformers.js (DistilBERT)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40480" y="32461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➔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480560" y="3108960"/>
            <a:ext cx="4114800" cy="6400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31089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In-browser Question Answering for intent extraction and contextual verification.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3200400" cy="640080"/>
          </a:xfrm>
          <a:prstGeom prst="roundRect">
            <a:avLst/>
          </a:prstGeom>
          <a:solidFill>
            <a:srgbClr val="122343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319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Validation &amp; Ledger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PDF.js + Firebase/Supabase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4069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➔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4480560" y="3931920"/>
            <a:ext cx="4114800" cy="64008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4663440" y="393192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Client-side PDF parsing for bank statement reconciliation. Syncs when online.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0A5FA"/>
                </a:solidFill>
              </a:rPr>
              <a:t>TECHNICAL DEEP DIVE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Multi-Pass Robust OCR Extraction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</a:rPr>
              <a:t>Problem: UPI Provider receipts (GPay, PhonePe, Paytm) use highly stylized fonts, shifting layouts for failed/pending transactions, and variable lighting conditions.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Preprocessing &amp; Layout Mapping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2834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• Upscaling &amp; Contrast: Image smoothing and dynamic thresholding via HTML Canvas.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• Provider-Specific Cropping: Defined bounding boxes for GPay vs PhonePe layouts.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• Luminance Inversion: Generates inverted variants for dark-mode screenshots.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• Shift Resilience: Expanded search bands for failed/pending states where buttons push UI elements down.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2194560"/>
            <a:ext cx="393192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</a:rPr>
              <a:t>Tesseract Page Segmentation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283464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• PSM 6 (Uniform Block): Broad reading of transaction metadata and dates.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• PSM 7 (Single Line) + Whitelist: High precision extraction of numeric amounts.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• PSM 13 (Raw Line): Bypasses heuristics for heavily stylized fonts (e.g. GPay amounts).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</a:rPr>
              <a:t>• PSM 8 (Single Word): Fallback for isolated numeric clusters avoiding symbol misreads.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</a:rPr>
              <a:t>TECHNICAL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Semantic Intelligence via Transformers.js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Execution: ONNX Runtime compiled to WebAssembly running Xenova/distilbert-base-uncased-distilled-squad entirely in-browser.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7432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1. Text Normalization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Corrects OCR hallucinations: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• '2' to '₹' based on positional regex contexts.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• Fixes zero/O confusions.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• Standardizes Date/Time to ISO format.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➔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566160" y="1828800"/>
            <a:ext cx="2560320" cy="27432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749040" y="2011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2. Heuristic Scoring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49040" y="23774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Evaluates intent (Sent vs Received) using weighted keyword maps.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• Positive cues: 'Paid to', 'Credited'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• Negative cues: 'Available balance', 'UTR'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0A5FA"/>
                </a:solidFill>
              </a:rPr>
              <a:t>➔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675120" y="1828800"/>
            <a:ext cx="2011680" cy="2743200"/>
          </a:xfrm>
          <a:prstGeom prst="round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3. DistilBERT QA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2377440"/>
            <a:ext cx="1645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Runs natural language queries against the text: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'What is the main transaction amount?'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8FAFC"/>
                </a:solidFill>
              </a:rPr>
              <a:t>'Who received the money?'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0A5FA"/>
                </a:solidFill>
              </a:rPr>
              <a:t>SECURITY ARCHITECTURE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Cryptographic &amp; Heuristic Verification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0"/>
            <a:ext cx="137160" cy="9144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737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Vector 1: Edited Screenshot Spoofing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Defense: OCR parses 'failed' or 'pending' state text globally, even if hidden. Conflicting intent cues ('Paid' vs 'Declined') degrade validation scores instantly.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743200"/>
            <a:ext cx="137160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834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Vector 2: Fake Receipt Generation Apps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Defense: Provider Classifiers verify layout bounding boxes. If a PhonePe UTR pattern is found inside a GPay layout, the transaction is flagged.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840480"/>
            <a:ext cx="137160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931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Vector 3: Total Forgery (Ground Truth Verification)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206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Defense: Client-side PDF Statement Parsing (pdfjs-dist). Securely compares extracted Transaction IDs, Amounts, and Dates against the merchant's actual bank PDF.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0A5FA"/>
                </a:solidFill>
              </a:rPr>
              <a:t>BUSINESS &amp; TECHNICAL VALUE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Edge AI is the Future of Fintech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1188720"/>
          </a:xfrm>
          <a:prstGeom prst="roundRect">
            <a:avLst>
              <a:gd name="adj" fmla="val 11538"/>
            </a:avLst>
          </a:prstGeom>
          <a:solidFill>
            <a:srgbClr val="112244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📱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55448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Zero Hardware CapEx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Turns any low-end smartphone into an intelligent POS system.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645920"/>
            <a:ext cx="3931920" cy="1188720"/>
          </a:xfrm>
          <a:prstGeom prst="roundRect">
            <a:avLst>
              <a:gd name="adj" fmla="val 11538"/>
            </a:avLst>
          </a:prstGeom>
          <a:solidFill>
            <a:srgbClr val="112244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9202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🔒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760720" y="1828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Data Sovereign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2194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No PII or financial data is transmitted to an external inference API.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188720"/>
          </a:xfrm>
          <a:prstGeom prst="roundRect">
            <a:avLst>
              <a:gd name="adj" fmla="val 11538"/>
            </a:avLst>
          </a:prstGeom>
          <a:solidFill>
            <a:srgbClr val="112244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⚡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55448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Ultra-Low Latency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WASM execution bypasses network roundtrips for instant verification.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108960"/>
            <a:ext cx="3931920" cy="1188720"/>
          </a:xfrm>
          <a:prstGeom prst="roundRect">
            <a:avLst>
              <a:gd name="adj" fmla="val 11538"/>
            </a:avLst>
          </a:prstGeom>
          <a:solidFill>
            <a:srgbClr val="112244"/>
          </a:solidFill>
          <a:ln w="1270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3383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📶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760720" y="32918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Offline Resilience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36576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</a:rPr>
              <a:t>Service Workers ensure operation even in patchy cellular networks.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914400"/>
            <a:ext cx="7315200" cy="7315200"/>
          </a:xfrm>
          <a:prstGeom prst="ellipse">
            <a:avLst/>
          </a:prstGeom>
          <a:solidFill>
            <a:srgbClr val="3B82F6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459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UPI SnapPay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3200400" y="2560320"/>
            <a:ext cx="2743200" cy="18288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AFC"/>
                </a:solidFill>
              </a:rPr>
              <a:t>Bridging the gap between rural merchant adoption and advanced cryptography.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F8FAFC"/>
                </a:solidFill>
              </a:rPr>
              <a:t>Delivering enterprise-grade fraud detection without the enterprise cost.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4389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</a:rPr>
              <a:t>End of Presentation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UPI SnapPay - Technical Architecture</dc:title>
  <dc:subject>PptxGenJS Presentation</dc:subject>
  <dc:creator>PptxGenJS</dc:creator>
  <cp:lastModifiedBy>PptxGenJS</cp:lastModifiedBy>
  <cp:revision>1</cp:revision>
  <dcterms:created xsi:type="dcterms:W3CDTF">2026-05-06T17:15:18Z</dcterms:created>
  <dcterms:modified xsi:type="dcterms:W3CDTF">2026-05-06T17:15:18Z</dcterms:modified>
</cp:coreProperties>
</file>